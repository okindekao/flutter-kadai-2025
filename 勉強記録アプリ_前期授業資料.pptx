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008f45144b4ddf" /><Relationship Type="http://schemas.openxmlformats.org/officeDocument/2006/relationships/extended-properties" Target="/docProps/app.xml" Id="R55558fe8763243d3" /><Relationship Type="http://schemas.openxmlformats.org/officeDocument/2006/relationships/officeDocument" Target="/ppt/presentation.xml" Id="R2678e6a17fd04c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8179b2ffcf4925"/>
  </p:sldMasterIdLst>
  <p:notesMasterIdLst>
    <p:notesMasterId xmlns:r="http://schemas.openxmlformats.org/officeDocument/2006/relationships" r:id="R96cc0d61069d404a"/>
  </p:notesMasterIdLst>
  <p:sldIdLst>
    <p:sldId xmlns:r="http://schemas.openxmlformats.org/officeDocument/2006/relationships" id="256" r:id="Rdc8f9b3ce1dd4555"/>
    <p:sldId xmlns:r="http://schemas.openxmlformats.org/officeDocument/2006/relationships" id="257" r:id="R06c456236eb94ffd"/>
    <p:sldId xmlns:r="http://schemas.openxmlformats.org/officeDocument/2006/relationships" id="258" r:id="Rb5da04ca1ccf4a33"/>
    <p:sldId xmlns:r="http://schemas.openxmlformats.org/officeDocument/2006/relationships" id="259" r:id="R8554d4b388624cb0"/>
    <p:sldId xmlns:r="http://schemas.openxmlformats.org/officeDocument/2006/relationships" id="260" r:id="Re5aa8ee173db41cd"/>
    <p:sldId xmlns:r="http://schemas.openxmlformats.org/officeDocument/2006/relationships" id="261" r:id="Rab1a4e910b8f43ef"/>
    <p:sldId xmlns:r="http://schemas.openxmlformats.org/officeDocument/2006/relationships" id="262" r:id="R26bcf8fc56b7443f"/>
    <p:sldId xmlns:r="http://schemas.openxmlformats.org/officeDocument/2006/relationships" id="263" r:id="R4f6da03655f4415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8179b2ffcf4925" /><Relationship Type="http://schemas.openxmlformats.org/officeDocument/2006/relationships/theme" Target="/ppt/theme/theme1.xml" Id="Re8617c5eebc84f6b" /><Relationship Type="http://schemas.openxmlformats.org/officeDocument/2006/relationships/notesMaster" Target="/ppt/notesMasters/notesMaster1.xml" Id="R96cc0d61069d404a" /><Relationship Type="http://schemas.openxmlformats.org/officeDocument/2006/relationships/presProps" Target="/ppt/presProps.xml" Id="Rb6afc07a34f641b5" /><Relationship Type="http://schemas.openxmlformats.org/officeDocument/2006/relationships/viewProps" Target="/ppt/viewProps.xml" Id="R5d0e2423e32d4009" /><Relationship Type="http://schemas.openxmlformats.org/officeDocument/2006/relationships/tableStyles" Target="/ppt/tableStyles.xml" Id="R0bc3aeae8b324e89" /><Relationship Type="http://schemas.openxmlformats.org/officeDocument/2006/relationships/slide" Target="/ppt/slides/slide1.xml" Id="Rdc8f9b3ce1dd4555" /><Relationship Type="http://schemas.openxmlformats.org/officeDocument/2006/relationships/slide" Target="/ppt/slides/slide2.xml" Id="R06c456236eb94ffd" /><Relationship Type="http://schemas.openxmlformats.org/officeDocument/2006/relationships/slide" Target="/ppt/slides/slide3.xml" Id="Rb5da04ca1ccf4a33" /><Relationship Type="http://schemas.openxmlformats.org/officeDocument/2006/relationships/slide" Target="/ppt/slides/slide4.xml" Id="R8554d4b388624cb0" /><Relationship Type="http://schemas.openxmlformats.org/officeDocument/2006/relationships/slide" Target="/ppt/slides/slide5.xml" Id="Re5aa8ee173db41cd" /><Relationship Type="http://schemas.openxmlformats.org/officeDocument/2006/relationships/slide" Target="/ppt/slides/slide6.xml" Id="Rab1a4e910b8f43ef" /><Relationship Type="http://schemas.openxmlformats.org/officeDocument/2006/relationships/slide" Target="/ppt/slides/slide7.xml" Id="R26bcf8fc56b7443f" /><Relationship Type="http://schemas.openxmlformats.org/officeDocument/2006/relationships/slide" Target="/ppt/slides/slide8.xml" Id="R4f6da03655f441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1d2507a4feb41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f2c0ec9c714ae0" /><Relationship Type="http://schemas.openxmlformats.org/officeDocument/2006/relationships/notesMaster" Target="/ppt/notesMasters/notesMaster1.xml" Id="R85abb5c5ee7940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b7fc960c464fdf" /><Relationship Type="http://schemas.openxmlformats.org/officeDocument/2006/relationships/notesMaster" Target="/ppt/notesMasters/notesMaster1.xml" Id="Rf49289844d42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83052bd042470f" /><Relationship Type="http://schemas.openxmlformats.org/officeDocument/2006/relationships/notesMaster" Target="/ppt/notesMasters/notesMaster1.xml" Id="R459fd996a1064c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c584ba8ced470c" /><Relationship Type="http://schemas.openxmlformats.org/officeDocument/2006/relationships/notesMaster" Target="/ppt/notesMasters/notesMaster1.xml" Id="Rd003df6c50604c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f13b1c292e4520" /><Relationship Type="http://schemas.openxmlformats.org/officeDocument/2006/relationships/notesMaster" Target="/ppt/notesMasters/notesMaster1.xml" Id="R4c5c895416ef45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c4453aad9e4c26" /><Relationship Type="http://schemas.openxmlformats.org/officeDocument/2006/relationships/notesMaster" Target="/ppt/notesMasters/notesMaster1.xml" Id="Ra67e4d61941041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2136a9330b446f" /><Relationship Type="http://schemas.openxmlformats.org/officeDocument/2006/relationships/notesMaster" Target="/ppt/notesMasters/notesMaster1.xml" Id="R85d9287d85e54f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4eaa7b5e71432d" /><Relationship Type="http://schemas.openxmlformats.org/officeDocument/2006/relationships/notesMaster" Target="/ppt/notesMasters/notesMaster1.xml" Id="R625221830d3142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081bf5ac2427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ebe31f65583465e" /><Relationship Type="http://schemas.openxmlformats.org/officeDocument/2006/relationships/slideLayout" Target="/ppt/slideLayouts/slideLayout2.xml" Id="R831ba67d5b544f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1ba67d5b544f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cae7cce60549fc" /><Relationship Type="http://schemas.openxmlformats.org/officeDocument/2006/relationships/notesSlide" Target="/ppt/notesSlides/notesSlide1.xml" Id="Re58d472c236549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2c1f1fc1f649e7" /><Relationship Type="http://schemas.openxmlformats.org/officeDocument/2006/relationships/notesSlide" Target="/ppt/notesSlides/notesSlide2.xml" Id="R55738fc5fe294c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6791c29f3048d0" /><Relationship Type="http://schemas.openxmlformats.org/officeDocument/2006/relationships/notesSlide" Target="/ppt/notesSlides/notesSlide3.xml" Id="Ra2be06821a4744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76be8dfcf64b7b" /><Relationship Type="http://schemas.openxmlformats.org/officeDocument/2006/relationships/notesSlide" Target="/ppt/notesSlides/notesSlide4.xml" Id="Rfb06cb42d0e442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2b35c65f984d21" /><Relationship Type="http://schemas.openxmlformats.org/officeDocument/2006/relationships/notesSlide" Target="/ppt/notesSlides/notesSlide5.xml" Id="R0c5c9d7f754346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10d482390740c5" /><Relationship Type="http://schemas.openxmlformats.org/officeDocument/2006/relationships/notesSlide" Target="/ppt/notesSlides/notesSlide6.xml" Id="Red1d0743605e46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cc163ec1994e04" /><Relationship Type="http://schemas.openxmlformats.org/officeDocument/2006/relationships/notesSlide" Target="/ppt/notesSlides/notesSlide7.xml" Id="R4511ab84e8614b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eb69ab02774e43" /><Relationship Type="http://schemas.openxmlformats.org/officeDocument/2006/relationships/notesSlide" Target="/ppt/notesSlides/notesSlide8.xml" Id="Rf00d7100f14b41f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242657-C56D-487F-9094-7D26B44D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BE37C-BC51-449A-A66D-23A99311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6AAAC-CDFB-4026-AE03-F1C0F603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0B65D-BC9B-4844-9036-4F3AB04F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04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C7552C-8D4D-4A4D-85EE-87D7816D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066800"/>
            <a:ext cx="2952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5997B0-8E40-4AB0-B1E3-AC10D967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002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212F5-A65B-4753-98A0-20BD6F65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3360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8E3076-112A-4906-BE27-2B13E54C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67000"/>
            <a:ext cx="2247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4D097-1964-40F0-BBA5-40C0B897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00400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6F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268C0D84-3A43-46F4-993F-59E81EE6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84A00039-A237-45DC-A0F2-7123EF26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2026(R08) 前期授業 | 1日目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76E1F-B96B-4208-9406-00DAB6FF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905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75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4275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勉強記録アプリ</a:t>
            </a:r>
          </a:p>
          <a:p xmlns:a="http://schemas.openxmlformats.org/drawingml/2006/main">
            <a:pPr algn="l">
              <a:defRPr sz="4275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4275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開発計画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6132BA-A117-445E-91BE-695B86BE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05150"/>
            <a:ext cx="571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7E4E6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D7E4E6"/>
                </a:solidFill>
                <a:latin typeface="Yu Gothic"/>
                <a:ea typeface="Yu Gothic"/>
                <a:cs typeface="Yu Gothic"/>
              </a:rPr>
              <a:t>3年次のミニアプリ集を見直し、理解しながら毎回少しずつ作れるテーマへ変更する。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333C48-6F26-4994-856F-96BACD1F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D42FC7-6F63-4682-AB3B-C520C170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05325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企画変更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D9EBE7-A138-4874-8C28-51FB7156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5770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20FEE1-2231-453F-B331-71540221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05325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PPTX化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0A60BC-7459-4F72-99A9-8C8B41E0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57700"/>
            <a:ext cx="1219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A4B467-469A-4842-803D-AD2ED99B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05325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調査整理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CF394-029B-4365-9573-DFFF84BE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4953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7DC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C9D7DC"/>
                </a:solidFill>
                <a:latin typeface="Yu Gothic"/>
                <a:ea typeface="Yu Gothic"/>
                <a:cs typeface="Yu Gothic"/>
              </a:rPr>
              <a:t>Flutter 3.35.6 stable / Dart 3.9.2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65E9DA-522F-4CAE-A28B-3A428894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E8F6D-E6CE-46E2-A883-EE38EC49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CD58D5-B837-4063-9D2F-10040C61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8615533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D642F0-3C26-49AB-8022-983E5662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8312D1-37C7-4578-AB33-CE8330EF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8A0F3-375E-4CA5-B1F8-3B1A12AE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4E967A30-4833-45B0-98A7-07211DAB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8B272B04-95DD-4D56-9AB0-2003836D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DAY 1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AF845-D8ED-4070-8671-88E74D81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90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今日は、作り始める前の設計と説明資料を固める。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F792A1-CB84-42B7-9913-500A3781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47815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8FF27-1AB6-48F7-9B5E-DFE60659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授業要件との対応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44195-C931-4C13-8B99-F44B18A6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38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4EDBD6-1104-48A5-A38E-2215EFC1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52750"/>
            <a:ext cx="3905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アプリ1個: 勉強記録アプリとして進める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2E65A8-2F4B-4E4A-91BC-9279F8DA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04274-84CF-48DF-959F-5CC46423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3905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動く仕様: 入力して一覧表示を最初のMVPにする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544F5C-ADE1-48B7-B27E-0C12FDAB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14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B37900-BC2A-43D2-96BA-6924BB05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29050"/>
            <a:ext cx="3905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Flutter開発: バージョンを資料に明記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A3117-46E6-4D87-82E0-0D439A0D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52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BCD3EF-F68F-4C27-8EC7-C3E2C8FC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3905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PowerPoint: 企画変更と調査内容をPPTXで提出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F8E1A-834B-421F-8F1D-01996083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91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EA3F04-6FFF-46C9-A74D-8F82D9C3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05350"/>
            <a:ext cx="3905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バージョン管理: 1回ごとにcommit / pushする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35AC3B-5AC3-4680-9D29-8D66819A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09800"/>
            <a:ext cx="44767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235242-1C26-4B0C-803F-EC262DB2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rPr>
              <a:t>今日やること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98C412-C6F7-492A-A6A6-289C384A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33700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BF02FE-9FC9-4923-AF1A-10F632FF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81325"/>
            <a:ext cx="304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68B533-1A33-4C9D-BEF8-C1A7779A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718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既存課題の見直し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E5B979-1A0B-4310-970D-BCAFE3B2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71850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AF295E-06D6-4BF3-9BBC-91B6AA56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19475"/>
            <a:ext cx="304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33795A-B19E-42E4-84B1-D499E347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99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アプリ案を変更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F27B1D-7E68-4DE6-96FB-22D0B4E4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6F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8FD775-3D17-44AD-AB07-4C882C57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57625"/>
            <a:ext cx="304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E37BD9-4EAB-47EE-8A5D-79DD1426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481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参考URLを整理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776962-669A-40DA-9FBA-9B5B88E8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FE0B80-637D-4F77-834D-C1B8B099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95775"/>
            <a:ext cx="304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62B5FE-F419-482C-B73C-D4FB1E80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862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PPTX資料を作成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798054-77E9-45C4-B588-0BD1D947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304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E82511-A393-4CE5-8DFB-E0EDF3AD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304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306CAE-F2BB-4767-AFFB-FCBAD1F0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7244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次回以降の計画を作成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FCB26B-35C2-4FE5-BCCD-3F62F38F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769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304264-C88A-4F55-9E2F-31455997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724525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コード本体は次回から少しずつ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42B1D1-5B18-440C-8D0E-D1251BAF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B5A818-3122-4ABB-BBAE-1E0EDCE2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334452-831A-42F3-9B69-D221F96D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907204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CEF241-5403-417A-A7F2-48DD5A20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E54C6-24D5-401A-96C5-90AEEF7A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D21A8-8BEC-4C15-B2E7-120D5EB5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B1FAAA92-9ABA-4C26-A8FE-3ABFC1C3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03E343FD-07C0-45EB-81A0-11B8148B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CURRENT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98F57-2DBF-4F48-9AF9-C3D42C85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810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既存ミニアプリ集は参考に残し、最終テーマは変更する。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554CF-9835-4513-B6F5-69310A5C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44958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F41A14-784A-4D9F-AED0-D62FE3D8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33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今あるもの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C1AB9-35E2-4A26-9301-B66D7FFE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14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602D6-64F0-47C3-B981-9E139A9A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289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メニュー画面から3機能へ遷移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35FA1-742E-4553-9022-9DADA37D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71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04668D-8AD6-4747-9E15-27105ED1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運勢占い、お絵かき、3秒チャレンジ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6BE0E3-DC50-4C9A-A22C-E9C2E535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AAE3F-507D-4406-A91A-E5A6F5F9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Flutterの基本構成を読む教材として使える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78490E-894F-43C4-A923-E40DCB0F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62500"/>
            <a:ext cx="3390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lib/main.dart, lib/fortune, lib/paint, lib/timer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510E42-39B9-4F4B-A7BC-DD5558D6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66950"/>
            <a:ext cx="44958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DDD6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29CDA4-6B50-4006-92DE-EA18DC8D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33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変更する理由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4BF086-71F8-4764-8887-1D17E879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14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86E346-06D7-427A-B0FF-282BA343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289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3機能に分かれていて発表の軸が散りやすい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FFA12B-2204-4D16-8C3D-793E3993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71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707D4D-8734-428D-BA6F-DC0751E8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毎回少しずつ成長させる流れを作りたい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F5AE04-2BB3-462A-AD5A-B26343C4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0324C2-E6D8-4F31-9FC6-976519C6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433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自分で理解しながら作るには、1テーマの方が進めやすい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D451C3-0C4A-4547-BEC0-923CE5C0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6250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4187DC-9CA9-4EE5-BA2E-3123B8D4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10125"/>
            <a:ext cx="2228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結論: 勉強記録アプリへ変更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223EF2-03DC-420F-8CED-7C7CBDBB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9FE3C9-5C91-4ED0-87BF-0B62C00A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69D07F-3CD1-4FBD-8EEF-49159E6A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356222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5BF07D-7BF2-42AE-880E-14AC8436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6B012-AB1A-4BD0-929A-76A10107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40D84-5465-46AF-BB78-93CA1B2B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9A161FCD-821C-4ECA-8CC9-D57B1428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FAF8299F-2B48-4E1A-8428-FA5E1EE1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NEW CONCEPT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EBC6CF-6397-4DF4-943C-106923FF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90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勉強内容を入力し、あとから振り返れるアプリにする。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3FC2E1-A7FD-4AF2-B020-EA040DBF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2095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09CE6-ECD7-4C0F-B887-814A201E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A7CA21-4078-4613-BF1D-51271425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860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入力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AD545D-0229-4F1C-BBE4-080D816B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76600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科目・時間・メモを登録する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5EDDCD-32A6-40F5-9D38-BA4C12D5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05300"/>
            <a:ext cx="137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171EF4-85B1-4877-B1D0-F3EEB8B5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52925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最初に作る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55E94-CDAA-4FC4-AB4D-3B1AA2B0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43150"/>
            <a:ext cx="2095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F2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E996F-1D48-4342-8194-6EF427F0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3431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6F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3AA9E6-CAB1-4D4D-A543-2E6DBEAA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860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E6FB0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3E6FB0"/>
                </a:solidFill>
                <a:latin typeface="Yu Gothic UI"/>
                <a:ea typeface="Yu Gothic UI"/>
                <a:cs typeface="Yu Gothic UI"/>
              </a:rPr>
              <a:t>一覧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B84CD6-C74A-426B-9DFD-08B7F3F6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76600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今日までの記録を表示する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2404B9-5D83-4DBE-A0B1-601BD3AC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305300"/>
            <a:ext cx="137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E74BF7-B9C7-415F-84BF-3BAC979D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52925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後で追加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6FF85E-E01B-442D-B850-5716E23C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43150"/>
            <a:ext cx="2095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8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E86F3C-58E3-4845-9393-D9F31C2E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431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F7D71B-B193-4908-8AD5-903ED4E7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860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rPr>
              <a:t>集計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639A3E-3155-4F49-8F26-F1FA38B5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76600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合計時間や科目別の量を見る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EBEC71-FEBC-4BFA-9018-37DDC3F7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137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FA64CE-E70B-4102-824A-0FA72EA0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後で追加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FB3B8B-CDB0-4F5A-B10C-97C2DC17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43150"/>
            <a:ext cx="2095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DDD6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E5D8DA-3BBF-4029-A432-502B8632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43150"/>
            <a:ext cx="2095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F0E4AA-257A-4A57-B0B5-148A216E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保存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64944-C7C0-4F33-AED4-323C83A3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76600"/>
            <a:ext cx="1562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アプリを閉じても記録を残す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17F254-FA1E-433C-8DF4-182720EF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137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F5EDB3-91BD-451E-A38E-5C8774F4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52925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後で追加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E458D3-0296-442E-A08E-15AE3E8A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72100"/>
            <a:ext cx="914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E60BB2-1EF8-4273-8D53-52889F54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245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作りながら TextField / ListView / setState / データ保存を順番に理解する。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B2F8D9-9131-4702-A22F-536B978A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69CD69-A246-492B-BE7B-3289D49C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39CDE1-8B3D-40B6-9EF2-6B3C0EFB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5031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F3DBF8-ECE5-4B16-8654-9E8AA98A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6DDB4-0D1C-49CD-927F-3AA271A4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8BECA-41F9-4A2A-A34E-48B88643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F8828450-E4EB-4D0D-8E64-563182DF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6F821484-33BC-4D3F-9CC3-1A3687B9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MVP SPEC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E6C8B-9AC9-4CF1-A65E-C13E9975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90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最初の動く仕様は、入力して一覧に表示するだけに絞る。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DA5283-F78D-444F-9DA1-13433A97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95250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7B1A0-22C6-492A-B9BD-4BBFE20D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336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項目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F0673-3D2D-43F2-BC35-3F474455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336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入力例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1A648C-3AD7-4FDC-A938-7DF8CF29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336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Flutterで使うもの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5B8AE-0664-43EF-A076-ECF910A4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336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状態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8AA7C-ED1D-42C0-BFF0-8624F583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95600"/>
            <a:ext cx="866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90777-B611-41AE-A360-6AD8C5C1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81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科目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DEBEB3-F556-4F63-8AB0-7A639E21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81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数学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0A152-A419-4254-9B47-97A7E094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813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TextField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D518D4-04F1-4608-B4F4-9BF73D57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6230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AC8182-1F80-4BAE-8359-FE64E68E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9925"/>
            <a:ext cx="704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MVP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EB251B-EBD5-45B9-B411-AE986C02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62350"/>
            <a:ext cx="866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D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A6F8C0-6B00-40E4-A321-792C9F07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76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時間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B10841-49B8-4E46-A90E-A31248B5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76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60分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6D53DB-3F91-48F7-9B87-0AA14E4F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766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TextField / 数値変換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9FFC09-BF59-4ECF-A9A6-5E2CBB72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5760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1FA4D7-C2F4-4FA6-92FA-9EDEE420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05225"/>
            <a:ext cx="704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MVP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9E4B3F-D852-4D64-B34B-B2794182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57650"/>
            <a:ext cx="866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D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660F00-3CA2-4CC4-B0BF-14C1CE8E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719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メモ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2E2B29-9457-4894-8937-E5D4105D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719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問題集を進めた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B5E759-6127-4F3D-ACB0-179B60B6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71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TextField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818F6F-BBF0-43BC-AAF9-C9E3D568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5290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E5950C-DE3B-4AF6-B68C-59203918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00525"/>
            <a:ext cx="704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MVP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3A6EE2-DD35-4AFD-8378-4D7F92EE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866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DC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1B0EB3-64E8-4D7B-9925-EBBBEF83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67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500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記録一覧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FD2A8C-782B-4674-8AAF-4510DD94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67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登録した内容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7533D4-6AD4-4D9E-9F3F-AAC9E565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672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ListView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9DA0EF-025D-452C-9BDB-32FD8C3C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48200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8133C9-AFAB-4C56-8662-5FF2A265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95825"/>
            <a:ext cx="704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MVP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FD0471-051E-43F9-995D-DC3CB626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56260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5AECA9-9F6E-45A5-9704-340C5537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610225"/>
            <a:ext cx="2228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ここまでで最低仕様達成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547DEB-A7F6-43F4-88B5-64D86B4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D888B6-15AF-48D9-A989-853E8FDA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8227FD-0CCE-4954-9121-EFB8462F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562608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782A14-9354-4742-A455-51F7164C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08CFA-B088-4946-9F18-61DCC508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C4480F-DE4E-45DF-9754-8577F63E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8DC8D66C-312D-4D67-A783-6DC9CBAA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391F084A-8701-4EA9-8287-71F7C2A0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RESEARCH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0E47E-C56F-48B3-8BFC-00021D66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906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調査は、まずFlutter標準のUIとテストに絞る。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F5A1B-84F5-433B-8B2B-EBABC47B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476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F2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E969B4-17DC-41D3-A7B0-748A8A41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47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6F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E0CB3-1089-4E27-8D4A-9BB2F141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E6FB0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3E6FB0"/>
                </a:solidFill>
                <a:latin typeface="Yu Gothic UI"/>
                <a:ea typeface="Yu Gothic UI"/>
                <a:cs typeface="Yu Gothic UI"/>
              </a:rPr>
              <a:t>UI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FD726-5D4D-4D0D-9C24-18F7F1FD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画面構成、Scaffold、基本Widget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11B7F-7100-4CF7-8008-540182CC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https://docs.flutter.dev/ui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DE3B4-323A-45A1-BF74-AB8FAA5D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47900"/>
            <a:ext cx="4476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6E61D4-54E9-46F9-8411-11B16AB9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47900"/>
            <a:ext cx="447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AF64F-141C-46E0-9260-366CB2D7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955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Forms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CB2D0-FA3A-46C2-A2A4-88C49BD3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384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TextFieldで入力フォームを作る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FA313-93BC-46AB-B098-8DD8E6AD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242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https://docs.flutter.dev/cookbook/forms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B378CC-3B01-4EB1-BE33-183AD7F5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4476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8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C7FD6A-F649-4338-8514-D45520F5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447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75A059-FE24-468D-928D-151AC90E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957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rPr>
              <a:t>Lists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1CC9A6-A014-46C1-B227-68235900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386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ListViewで記録を一覧表示する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AA9A50-0E13-46DC-AE1F-F168490D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244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https://docs.flutter.dev/cookbook/lists/basic-list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2ED3F5-3534-4960-AA53-6ACF95C1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48100"/>
            <a:ext cx="4476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DDD6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78A4C0-D76F-4C8D-83C2-B341C096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48100"/>
            <a:ext cx="4476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A933BA-E194-4780-A154-3D2CE4F9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957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873A3D-D07D-445C-B164-2DC05871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438650"/>
            <a:ext cx="3810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Widget testで主要操作を確認する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C9C7F2-6E16-4FBB-93D9-17C5B525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244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https://docs.flutter.dev/cookbook/testing/widget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240752-35D2-4143-BB11-AA178512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C5850B-25E9-4BC8-B091-B03FDBE3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63FD14-1A7C-4145-8239-7FB93403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62929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6B2462-2A2B-403A-9039-C413AB38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D0704-38B8-433E-87E5-A0239617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38A362-2995-4F9C-957B-CD9883BE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83BEC596-FF39-4238-9AF2-093763A1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3F40A272-D2DA-464F-827B-080D160E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10 CLASS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8E1C1-CAC2-4EBC-A043-B5DA4585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9334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2925" b="1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毎回、小さく作って小さくcommitする。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365F5-7AC7-4852-823D-A9A734AF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034C45-93EC-4415-AD85-54812BA1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923882-5ACB-4440-9651-D776E149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05.13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280A0-C21F-4874-A4D1-ABC00087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企画変更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B5BBA-44B9-4572-A3C7-1811F21F1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670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資料・調査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A23D8A-87EF-40BB-9C4B-E4484C63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6695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FA777-DECF-4BAF-B371-2B80834F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6695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8C8082-5034-4D44-8D2F-304A585C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955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05.20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0A76D-0917-41F9-8DF8-334B3F5D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622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基本画面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E59B61-3277-41E6-8D73-B43FBDE8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670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AppBarと画面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413CFB-17FE-4C71-84E5-FCF86539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6695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6AA455-F618-41F0-8534-E15313D7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6695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6F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18DC7D-33A0-4694-8569-C9BC128A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4955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05.27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1F2ECE-1D7F-4130-A89B-8172FC9B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622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E6FB0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3E6FB0"/>
                </a:solidFill>
                <a:latin typeface="Yu Gothic UI"/>
                <a:ea typeface="Yu Gothic UI"/>
                <a:cs typeface="Yu Gothic UI"/>
              </a:rPr>
              <a:t>入力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B18622-2A84-455D-B807-8E49BF2B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670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TextField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A27ADA-0942-434A-BF04-5A25B740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6695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C3BD7-D4E9-44AF-8C27-EA59C0BB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6695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DE604E-C64A-469F-99DA-C8180209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06.03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2DF555-9BCB-464E-98F6-3122ED89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622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AF34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E5AF34"/>
                </a:solidFill>
                <a:latin typeface="Yu Gothic UI"/>
                <a:ea typeface="Yu Gothic UI"/>
                <a:cs typeface="Yu Gothic UI"/>
              </a:rPr>
              <a:t>一覧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90ACFB-0524-4D1E-918A-272EC93B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670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ListView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1054E-1CC7-499E-A4F6-F9C2A788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6695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5DF8B1-13B6-4D71-A472-0906CE60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6695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D99842-6F87-4736-92C6-D14E5978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955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06.10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61BA3D-46B9-4F21-80A4-4AFF1D86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622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削除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A69472-C33C-4844-A216-848CC1E9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6705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リスト操作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B66715-4DCF-484A-A905-E37C10D1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1982A9-48DA-49F3-B46C-4051D80A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4D7212-AD8F-4249-AEAF-BB1F9E28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06.17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AD8F66-985E-4741-B47D-54E9B1FA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保存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EA2E72-CFBD-4DF7-A195-A8F1B1AE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調査と実装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6675BB-6BA5-402D-A519-A296F032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1000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B27FD7-3DE6-4CD9-BB53-F3FF3619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1000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2E7E64-1D60-4EEA-9D84-04BD0B00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386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06.24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3A961-D073-47EF-8E68-D9816E02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053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9A8A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F9A8A"/>
                </a:solidFill>
                <a:latin typeface="Yu Gothic UI"/>
                <a:ea typeface="Yu Gothic UI"/>
                <a:cs typeface="Yu Gothic UI"/>
              </a:rPr>
              <a:t>集計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48074A-5AF5-487C-8DAD-E30036E3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6101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合計時間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1554FC-6BB9-46F3-91D9-639A2D30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1000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5F3701-F27F-45A1-84AB-453B7039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1000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6F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45E4A0-7E14-467B-8F84-202A41B7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386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07.01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C0E0C3-C3E3-462C-BF33-5D71BA44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3053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E6FB0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3E6FB0"/>
                </a:solidFill>
                <a:latin typeface="Yu Gothic UI"/>
                <a:ea typeface="Yu Gothic UI"/>
                <a:cs typeface="Yu Gothic UI"/>
              </a:rPr>
              <a:t>UI/テスト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96D5A9-DEE9-4072-83C9-AA557803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101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調整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5D2658-1B35-4186-B9AF-E89D199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1000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ACBE38-F60A-4B5E-80F6-F2ACDBE7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1000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4F011FF-402B-4F6C-9FED-AD54D01D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386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07.08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8B0FB6-F1C0-4009-B411-10635E3C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053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AF34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E5AF34"/>
                </a:solidFill>
                <a:latin typeface="Yu Gothic UI"/>
                <a:ea typeface="Yu Gothic UI"/>
                <a:cs typeface="Yu Gothic UI"/>
              </a:rPr>
              <a:t>完了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E9A0223-41A0-4471-9443-29B8EB2E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101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資料更新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01382AA-B250-4257-82B5-0F5DD85D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10000"/>
            <a:ext cx="16764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34353C7-FB21-4F7F-95E0-FC66B66F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810000"/>
            <a:ext cx="16764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7C0E16-BA45-4887-9398-9910802A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386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07.15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B10C400-1A1B-475C-BDF3-00985167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053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発表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D030BA-1DDB-4DAC-B8D8-75D05FC4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6101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10分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A8D19F-6639-4846-8142-A86569D6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626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E5245E3-7ABA-4355-A9DA-AACCD597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6769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17202A"/>
                </a:solidFill>
                <a:latin typeface="Yu Gothic"/>
                <a:ea typeface="Yu Gothic"/>
                <a:cs typeface="Yu Gothic"/>
              </a:rPr>
              <a:t>途中で動かない日があっても、その日の作業としてcommit / pushする。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7409F4-1C9E-44FD-9E93-F480C380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E26A10C-42C8-44C9-8513-E12A5E6D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7232C01-A642-4DAA-95ED-F709A494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375430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DA848F-3622-43CA-B548-61F6CA00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5BFC4-FBFF-478C-A536-86EF4E8E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6CA09E-E0AD-4012-8760-6D9778E3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574767AB-1CDD-4A4C-BB3B-F4FB9355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2482079C-5678-42BC-85FD-272BF1D7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24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9951E-463F-4AE4-83AC-8A3E8B42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1009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2925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次回は、まず1画面を自分で説明できる形で作る。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3F9F2-6B3F-42DD-B19C-D13E0126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476250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040"/>
          </a:solidFill>
          <a:ln xmlns:a="http://schemas.openxmlformats.org/drawingml/2006/main" w="9525">
            <a:solidFill>
              <a:srgbClr val="31455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15EB0-C4C8-49A8-A95F-4C260240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28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E5AF34"/>
                </a:solidFill>
                <a:latin typeface="Yu Gothic UI"/>
                <a:ea typeface="Yu Gothic UI"/>
                <a:cs typeface="Yu Gothic UI"/>
              </a:rPr>
              <a:t>05.20 の作業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EAFF7-A6F2-4396-B9FD-52053AE3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289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5E48F-207F-4221-8184-F3AE36E5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勉強記録アプリ用の画面を作る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D8C9B-D35C-4114-8059-4EB4FC0D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43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F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424DF-2B62-46DD-B5C5-9EC8692F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5760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どのWidgetを使ったかメモする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96D97-93F4-4AAA-BB85-BEC4A828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57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2DCBDB-2868-4584-BB6B-94A2EBC8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71950"/>
            <a:ext cx="361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35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動いたところまでcommit / pushする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3A1A8-B35A-41C5-98BB-BF5AFEAB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96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example commit: feat: 勉強記録アプリの基本画面を追加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F24125-594A-4EAC-A36D-3EF48CBD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400050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2E7"/>
          </a:solidFill>
          <a:ln xmlns:a="http://schemas.openxmlformats.org/drawingml/2006/main" w="9525">
            <a:solidFill>
              <a:srgbClr val="D7CEB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2F1860-EA52-438E-8175-D599CC73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289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D8523C"/>
                </a:solidFill>
                <a:latin typeface="Yu Gothic UI"/>
                <a:ea typeface="Yu Gothic UI"/>
                <a:cs typeface="Yu Gothic UI"/>
              </a:rPr>
              <a:t>今日の提出セット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453F59-21FF-4ADA-8C97-D1B28EAF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C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544815-FFE6-4B81-A898-D5C619FE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908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README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41CCCE-3F68-461F-B793-6C509CB6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17182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README.md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05F602-7ACF-44CC-8EC0-0ACFAE69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DAED80-1591-4610-9A1B-94AD8743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242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PPTX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551B59-108C-4843-8019-854D6847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05225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勉強記録アプリ_前期授業資料.pptx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5169A1-F615-4B80-AD45-6D76FA7E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100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3CFCB5-186B-475D-9D4B-FA1AD304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7675"/>
            <a:ext cx="91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1">
                <a:solidFill>
                  <a:srgbClr val="17202A"/>
                </a:solidFill>
                <a:latin typeface="Yu Gothic UI"/>
                <a:ea typeface="Yu Gothic UI"/>
                <a:cs typeface="Yu Gothic UI"/>
              </a:rPr>
              <a:t>Test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7E3FCD-CE80-4190-AED6-DED29E4B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3862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2606D"/>
                </a:solidFill>
                <a:latin typeface="Aptos Mono"/>
                <a:ea typeface="Aptos Mono"/>
                <a:cs typeface="Aptos Mono"/>
              </a:rPr>
              <a:t>test/widget_test.dart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4F19C5-39FB-46C0-B53E-FBE53104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57750"/>
            <a:ext cx="3143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105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GitHub: OKINDEKAO/flutter-kadai-2025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804AD9-384A-4266-88B0-AB67368E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E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E1DB44-0E1E-427A-9242-4ACD20E6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Study Log App | 2026.05.13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7123FE-130E-4C33-BFBD-FA59EB5F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defRPr>
            </a:pPr>
            <a:r>
              <a:rPr sz="900" b="0">
                <a:solidFill>
                  <a:srgbClr val="52606D"/>
                </a:solidFill>
                <a:latin typeface="Yu Gothic UI"/>
                <a:ea typeface="Yu Gothic UI"/>
                <a:cs typeface="Yu Gothic U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479931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2026-05-13T02:11:15.7470000Z</dcterms:created>
  <dcterms:modified xsi:type="dcterms:W3CDTF">2026-05-13T02:11:15.7470000Z</dcterms:modified>
</coreProperties>
</file>
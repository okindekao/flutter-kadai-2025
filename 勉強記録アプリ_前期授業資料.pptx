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b7615eb074d99" /><Relationship Type="http://schemas.openxmlformats.org/officeDocument/2006/relationships/extended-properties" Target="/docProps/app.xml" Id="Re145242fd62042f5" /><Relationship Type="http://schemas.openxmlformats.org/officeDocument/2006/relationships/officeDocument" Target="/ppt/presentation.xml" Id="Rca39d31a62fb47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1b244787164a2a"/>
  </p:sldMasterIdLst>
  <p:notesMasterIdLst>
    <p:notesMasterId xmlns:r="http://schemas.openxmlformats.org/officeDocument/2006/relationships" r:id="Re23158bb5b404c4d"/>
  </p:notesMasterIdLst>
  <p:sldIdLst>
    <p:sldId xmlns:r="http://schemas.openxmlformats.org/officeDocument/2006/relationships" id="256" r:id="R28c6b0a087d04c48"/>
    <p:sldId xmlns:r="http://schemas.openxmlformats.org/officeDocument/2006/relationships" id="257" r:id="R9891c9a223d64e20"/>
    <p:sldId xmlns:r="http://schemas.openxmlformats.org/officeDocument/2006/relationships" id="258" r:id="Rbe512da99c064149"/>
    <p:sldId xmlns:r="http://schemas.openxmlformats.org/officeDocument/2006/relationships" id="259" r:id="Rf992e712761e4388"/>
    <p:sldId xmlns:r="http://schemas.openxmlformats.org/officeDocument/2006/relationships" id="260" r:id="Rfc23aa865da547ca"/>
    <p:sldId xmlns:r="http://schemas.openxmlformats.org/officeDocument/2006/relationships" id="261" r:id="Rde4bed4eaf4f4ab6"/>
    <p:sldId xmlns:r="http://schemas.openxmlformats.org/officeDocument/2006/relationships" id="262" r:id="R87177470a4574107"/>
    <p:sldId xmlns:r="http://schemas.openxmlformats.org/officeDocument/2006/relationships" id="263" r:id="Ra7cdba168c8a4c04"/>
    <p:sldId xmlns:r="http://schemas.openxmlformats.org/officeDocument/2006/relationships" id="264" r:id="R7f2cd6bf025c4c8a"/>
    <p:sldId xmlns:r="http://schemas.openxmlformats.org/officeDocument/2006/relationships" id="265" r:id="Rcf2d0724fe2744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3af4476e8f4341" /><Relationship Type="http://schemas.openxmlformats.org/officeDocument/2006/relationships/slideMaster" Target="/ppt/slideMasters/slideMaster1.xml" Id="R5c1b244787164a2a" /><Relationship Type="http://schemas.openxmlformats.org/officeDocument/2006/relationships/notesMaster" Target="/ppt/notesMasters/notesMaster1.xml" Id="Re23158bb5b404c4d" /><Relationship Type="http://schemas.openxmlformats.org/officeDocument/2006/relationships/presProps" Target="/ppt/presProps.xml" Id="R3fec1d2d5629434e" /><Relationship Type="http://schemas.openxmlformats.org/officeDocument/2006/relationships/tableStyles" Target="/ppt/tableStyles.xml" Id="R8d2332f899a2485c" /><Relationship Type="http://schemas.openxmlformats.org/officeDocument/2006/relationships/slide" Target="/ppt/slides/slide1.xml" Id="R28c6b0a087d04c48" /><Relationship Type="http://schemas.openxmlformats.org/officeDocument/2006/relationships/slide" Target="/ppt/slides/slide2.xml" Id="R9891c9a223d64e20" /><Relationship Type="http://schemas.openxmlformats.org/officeDocument/2006/relationships/slide" Target="/ppt/slides/slide3.xml" Id="Rbe512da99c064149" /><Relationship Type="http://schemas.openxmlformats.org/officeDocument/2006/relationships/slide" Target="/ppt/slides/slide4.xml" Id="Rf992e712761e4388" /><Relationship Type="http://schemas.openxmlformats.org/officeDocument/2006/relationships/slide" Target="/ppt/slides/slide5.xml" Id="Rfc23aa865da547ca" /><Relationship Type="http://schemas.openxmlformats.org/officeDocument/2006/relationships/slide" Target="/ppt/slides/slide6.xml" Id="Rde4bed4eaf4f4ab6" /><Relationship Type="http://schemas.openxmlformats.org/officeDocument/2006/relationships/slide" Target="/ppt/slides/slide7.xml" Id="R87177470a4574107" /><Relationship Type="http://schemas.openxmlformats.org/officeDocument/2006/relationships/slide" Target="/ppt/slides/slide8.xml" Id="Ra7cdba168c8a4c04" /><Relationship Type="http://schemas.openxmlformats.org/officeDocument/2006/relationships/slide" Target="/ppt/slides/slide9.xml" Id="R7f2cd6bf025c4c8a" /><Relationship Type="http://schemas.openxmlformats.org/officeDocument/2006/relationships/slide" Target="/ppt/slides/slide10.xml" Id="Rcf2d0724fe2744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b232ce919b40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5704237c364c18" /><Relationship Type="http://schemas.openxmlformats.org/officeDocument/2006/relationships/notesMaster" Target="/ppt/notesMasters/notesMaster1.xml" Id="Rba106788f17945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08d8347d604a8b" /><Relationship Type="http://schemas.openxmlformats.org/officeDocument/2006/relationships/notesMaster" Target="/ppt/notesMasters/notesMaster1.xml" Id="Rdee6b98a279d4a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49780355f24c5a" /><Relationship Type="http://schemas.openxmlformats.org/officeDocument/2006/relationships/notesMaster" Target="/ppt/notesMasters/notesMaster1.xml" Id="R9e085cf4329148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0f1eb830da4b1d" /><Relationship Type="http://schemas.openxmlformats.org/officeDocument/2006/relationships/notesMaster" Target="/ppt/notesMasters/notesMaster1.xml" Id="R5210e858f79e49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b4ddb346f34003" /><Relationship Type="http://schemas.openxmlformats.org/officeDocument/2006/relationships/notesMaster" Target="/ppt/notesMasters/notesMaster1.xml" Id="R473205aab76d4a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7441fa2b4141fe" /><Relationship Type="http://schemas.openxmlformats.org/officeDocument/2006/relationships/notesMaster" Target="/ppt/notesMasters/notesMaster1.xml" Id="Ra3255ae4e9ce4d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ee8df38e334ef3" /><Relationship Type="http://schemas.openxmlformats.org/officeDocument/2006/relationships/notesMaster" Target="/ppt/notesMasters/notesMaster1.xml" Id="R0641f0acc3ee44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d2a8c8c4824e24" /><Relationship Type="http://schemas.openxmlformats.org/officeDocument/2006/relationships/notesMaster" Target="/ppt/notesMasters/notesMaster1.xml" Id="R94498a2388344f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c777f04e604ae1" /><Relationship Type="http://schemas.openxmlformats.org/officeDocument/2006/relationships/notesMaster" Target="/ppt/notesMasters/notesMaster1.xml" Id="Rc85d3a30e3c14a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29561984474ee8" /><Relationship Type="http://schemas.openxmlformats.org/officeDocument/2006/relationships/notesMaster" Target="/ppt/notesMasters/notesMaster1.xml" Id="Rb5ce98cffdda47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8e161791b4c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fac089a1764e9b" /><Relationship Type="http://schemas.openxmlformats.org/officeDocument/2006/relationships/slideLayout" Target="/ppt/slideLayouts/slideLayout1.xml" Id="R924837078d1448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4837078d1448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42718149349e2" /><Relationship Type="http://schemas.openxmlformats.org/officeDocument/2006/relationships/notesSlide" Target="/ppt/notesSlides/notesSlide1.xml" Id="R7c9cc8bdc5d54b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8761feb0d4a73" /><Relationship Type="http://schemas.openxmlformats.org/officeDocument/2006/relationships/notesSlide" Target="/ppt/notesSlides/notesSlide2.xml" Id="R397439da0f4142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513541bfa45ad" /><Relationship Type="http://schemas.openxmlformats.org/officeDocument/2006/relationships/notesSlide" Target="/ppt/notesSlides/notesSlide3.xml" Id="Rfc039b8e8ec647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08c798e59480b" /><Relationship Type="http://schemas.openxmlformats.org/officeDocument/2006/relationships/image" Target="/ppt/media/image.png" Id="R437bd2cb9f964019" /><Relationship Type="http://schemas.openxmlformats.org/officeDocument/2006/relationships/notesSlide" Target="/ppt/notesSlides/notesSlide4.xml" Id="Rd8d78eae668248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ada230ded4815" /><Relationship Type="http://schemas.openxmlformats.org/officeDocument/2006/relationships/notesSlide" Target="/ppt/notesSlides/notesSlide5.xml" Id="Re0248909076a4f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ee5ee6c984d51" /><Relationship Type="http://schemas.openxmlformats.org/officeDocument/2006/relationships/notesSlide" Target="/ppt/notesSlides/notesSlide6.xml" Id="R1c9f70af4b5d43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42fd22d8c42a0" /><Relationship Type="http://schemas.openxmlformats.org/officeDocument/2006/relationships/notesSlide" Target="/ppt/notesSlides/notesSlide7.xml" Id="Ra8d60be7a9f94d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f6b8781cd47c9" /><Relationship Type="http://schemas.openxmlformats.org/officeDocument/2006/relationships/notesSlide" Target="/ppt/notesSlides/notesSlide8.xml" Id="Red0c3bc89bb348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baff0f72e47ac" /><Relationship Type="http://schemas.openxmlformats.org/officeDocument/2006/relationships/notesSlide" Target="/ppt/notesSlides/notesSlide9.xml" Id="R0a706f0e3dd148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e2b6000e040cf" /><Relationship Type="http://schemas.openxmlformats.org/officeDocument/2006/relationships/notesSlide" Target="/ppt/notesSlides/notesSlide10.xml" Id="R865d1488eedd41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71E18-7709-4BFA-8D34-C9E2FC54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937"/>
                </a:solidFill>
              </a:defRPr>
            </a:pPr>
            <a:r>
              <a:rPr sz="4350" b="1">
                <a:solidFill>
                  <a:srgbClr val="1F2937"/>
                </a:solidFill>
              </a:rPr>
              <a:t>勉強記録アプリ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28BB7-3B37-49D5-9C44-11DC0EF3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</a:defRPr>
            </a:pPr>
            <a:r>
              <a:rPr sz="1950" b="0">
                <a:solidFill>
                  <a:srgbClr val="4B5563"/>
                </a:solidFill>
              </a:rPr>
              <a:t>Flutterで作成した、勉強した内容を記録して振り返るためのアプリ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83588-8832-4AFE-8536-D6AA7BFA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524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BAC6D-B835-414E-AD15-D6B5A37E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2026年度 前期 Flutter課題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2472F-2BDA-41ED-8D96-D286F240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開発完了日: 2026/7/8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83AD2-2305-4F01-8661-878029C8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Flutter課題 / 勉強記録アプリ</a:t>
            </a:r>
          </a:p>
        </p:txBody>
      </p:sp>
    </p:spTree>
    <p:extLst>
      <p:ext uri="{BB962C8B-B14F-4D97-AF65-F5344CB8AC3E}">
        <p14:creationId xmlns:p14="http://schemas.microsoft.com/office/powerpoint/2010/main" val="158508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82772C-6814-467F-8A76-0BE9CBF2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</a:defRPr>
            </a:pPr>
            <a:r>
              <a:rPr sz="2850" b="1">
                <a:solidFill>
                  <a:srgbClr val="1F2937"/>
                </a:solidFill>
              </a:rPr>
              <a:t>シンプルに記録できるアプリを作った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24DA6-5275-4E5A-B95F-0708E562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3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6C3C1-83F1-471D-92C9-1AC6460B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FCE1E-C17C-424E-B166-292794CF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このアプリでは、科目・勉強時間・メモを入力して、一覧で確認できます。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807CF-A88B-447A-8B8F-FAAABCB0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05502-9419-4F24-BACD-56290D05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入力する内容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096D5-C1DD-4857-9E00-E9171031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25431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科目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勉強時間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メモ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49B18-56DF-466B-AC57-BE65C867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B15A2-0098-43CA-9A43-EE3DE028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86050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確認できる内容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491A8-31B0-4BE8-AE1F-20902D79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24200"/>
            <a:ext cx="25431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記録一覧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合計勉強時間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記録数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6171A-0DA7-4794-A11D-3CF0DB96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C00FD-D668-415F-9DA2-2951511A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操作できること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DE7B8-26C2-440B-B899-E5F9A0B2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25431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記録の追加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入力チェック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記録の削除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48B94-4D3B-455F-9967-38B27754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Flutter課題 / 勉強記録アプリ</a:t>
            </a:r>
          </a:p>
        </p:txBody>
      </p:sp>
    </p:spTree>
    <p:extLst>
      <p:ext uri="{BB962C8B-B14F-4D97-AF65-F5344CB8AC3E}">
        <p14:creationId xmlns:p14="http://schemas.microsoft.com/office/powerpoint/2010/main" val="1726765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D44CC6-9670-4110-B916-DEDCDD6B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</a:defRPr>
            </a:pPr>
            <a:r>
              <a:rPr sz="2850" b="1">
                <a:solidFill>
                  <a:srgbClr val="1F2937"/>
                </a:solidFill>
              </a:rPr>
              <a:t>作る内容を途中で見直した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50309-AB6F-422E-8A5A-4DF2410E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3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EF604-3B75-4654-A985-4968E8C8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B1BC3-4B4B-4727-9472-BD6C506C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・3年次のミニアプリ集は内容が分かれていて、説明しにくいと感じた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・今回は1つのテーマにしぼって、少しずつ機能を増やす形にした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・自分でも使い道をイメージしやすい「勉強記録」にした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・入力、表示、削除などFlutterの基本を練習できる内容にした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8CBE3-5CA3-42D3-B598-8662A4A9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52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1200A-F1D2-4A45-95D1-A2643B13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05425"/>
            <a:ext cx="906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730A3"/>
                </a:solidFill>
              </a:defRPr>
            </a:pPr>
            <a:r>
              <a:rPr sz="1800" b="1">
                <a:solidFill>
                  <a:srgbClr val="3730A3"/>
                </a:solidFill>
              </a:rPr>
              <a:t>考えたこと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66AC4-D256-4E9D-A550-0E6BD960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43575"/>
            <a:ext cx="90678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難しすぎる機能を一気に作るより、動くものを毎回少しずつ増やすことを意識しました。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7822A-4840-4DC6-9491-EA65DF60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Flutter課題 / 勉強記録アプリ</a:t>
            </a:r>
          </a:p>
        </p:txBody>
      </p:sp>
    </p:spTree>
    <p:extLst>
      <p:ext uri="{BB962C8B-B14F-4D97-AF65-F5344CB8AC3E}">
        <p14:creationId xmlns:p14="http://schemas.microsoft.com/office/powerpoint/2010/main" val="17083241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3D7E1B-8FCE-4E7B-BB26-A3F1BC04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</a:defRPr>
            </a:pPr>
            <a:r>
              <a:rPr sz="2850" b="1">
                <a:solidFill>
                  <a:srgbClr val="1F2937"/>
                </a:solidFill>
              </a:rPr>
              <a:t>画面は入力欄と記録一覧で構成した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6ED6A-2DBB-4077-9364-B8830114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3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3DC6D-CD8A-4724-BD1F-3F0B605B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FB521-37CD-4B27-9AD5-1CA221A4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47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実際のアプリ画面です。上で入力し、下の一覧で記録を確認します。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618C1-785C-4D24-BBF5-991AB940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・科目、時間、メモを入力する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・「記録する」を押すと一覧に追加される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・合計時間と記録数を同じ画面で確認できる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・間違えた記録は削除できる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bd2cb9f964019"/>
          <a:stretch xmlns:a="http://schemas.openxmlformats.org/drawingml/2006/main"/>
        </p:blipFill>
        <p:spPr>
          <a:xfrm xmlns:a="http://schemas.openxmlformats.org/drawingml/2006/main">
            <a:off x="7291917" y="1381125"/>
            <a:ext cx="2275417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417B5-2698-492F-A880-EBF9E375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57300"/>
            <a:ext cx="3181350" cy="5029200"/>
          </a:xfrm>
          <a:prstGeom xmlns:a="http://schemas.openxmlformats.org/drawingml/2006/main" prst="roundRect">
            <a:avLst>
              <a:gd name="adj" fmla="val 239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70BB6-3B8A-4B5E-8EF0-9615A9AE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Flutter課題 / 勉強記録アプリ</a:t>
            </a:r>
          </a:p>
        </p:txBody>
      </p:sp>
    </p:spTree>
    <p:extLst>
      <p:ext uri="{BB962C8B-B14F-4D97-AF65-F5344CB8AC3E}">
        <p14:creationId xmlns:p14="http://schemas.microsoft.com/office/powerpoint/2010/main" val="273749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ACD70E-ED36-403D-8A6D-4CFC6FC2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</a:defRPr>
            </a:pPr>
            <a:r>
              <a:rPr sz="2850" b="1">
                <a:solidFill>
                  <a:srgbClr val="1F2937"/>
                </a:solidFill>
              </a:rPr>
              <a:t>必要な機能から順番に実装した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EE92D-76B4-435B-A12B-80FECAE4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3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97515-7D82-455C-A518-0050F58E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A4C01-FD4D-42DF-A80A-BD1AA263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953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E9B00-B746-4448-AB9A-809CFD1C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入力機能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85480-3B7C-4E92-9DC2-2D7412B6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49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勉強した内容を残すために、科目・時間・メモを入力できるようにしました。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AF99F-BE0C-4EB8-A402-DB62D645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953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7A1E2-809F-44FA-8817-9B79E417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335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一覧表示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C4249-FE52-432A-A076-5D7E8C81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449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入力した内容を後から見返せるように、記録一覧として表示しました。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07938-1114-43ED-A235-99BB6FC8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4953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77DD8-63C4-4E98-BEEC-7C3CCC4F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入力チェック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8D706-A4C7-4B21-9243-9A03DFC7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449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時間に文字を入れた場合など、間違った入力を防ぐために追加しました。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89118-6330-43D5-AC84-D403653D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953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A2851-4A1F-43C1-8EB5-769D8D38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0425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削除機能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CABF1-4C31-4E49-B677-3E8D6F33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38575"/>
            <a:ext cx="4495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間違えて登録した記録を消せるように、削除ボタンを付けました。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648C6-5EBE-4FE9-A1CB-C469AE9F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17745-3BEA-4806-8F23-EBFE13B2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合計時間と記録数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28ACC-630C-4A04-969D-E4768987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10210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どれくらい勉強したか、何回記録したかを分かりやすくしました。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7AE26-6EB6-4322-8336-97988E60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Flutter課題 / 勉強記録アプリ</a:t>
            </a:r>
          </a:p>
        </p:txBody>
      </p:sp>
    </p:spTree>
    <p:extLst>
      <p:ext uri="{BB962C8B-B14F-4D97-AF65-F5344CB8AC3E}">
        <p14:creationId xmlns:p14="http://schemas.microsoft.com/office/powerpoint/2010/main" val="2078230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C13010-61F1-4EF4-92E6-7E229DDF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</a:defRPr>
            </a:pPr>
            <a:r>
              <a:rPr sz="2850" b="1">
                <a:solidFill>
                  <a:srgbClr val="1F2937"/>
                </a:solidFill>
              </a:rPr>
              <a:t>最後に空の状態も分かるようにした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8D6AD-E1D5-46B0-88B8-034BEDA0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3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663EE-5CDB-42D9-BE2B-56ACFC5D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D1F61-2F0C-401F-9BFA-1A5930B5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削除機能を入れたあと、記録が0件になったときに画面が空っぽに見える問題がありました。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97DF8-9F75-4D3B-B1DC-B861CBE0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DA6AE-40EC-43E6-9225-7A7C9A60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813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追加した表示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BE3B8-18F1-4EE6-81C9-1469E8CB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219450"/>
            <a:ext cx="4019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記録がないときは「まだ記録がありません」と表示します。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C3CF7-3468-4B25-A8AB-2C352694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71750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6457C-891E-4809-9B81-E597FF08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813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追加した理由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30DA6-3598-4564-AA41-0DF81CCF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19450"/>
            <a:ext cx="4019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削除したあとも、アプリが正常に動いていることが分かるようにするためです。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5C194-33A5-4DC7-9A0B-D0DC6A0F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小さい変更ですが、使う人が迷わない画面にするための仕上げとして入れました。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283FC-C5E3-4495-A024-2A06ED0B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Flutter課題 / 勉強記録アプリ</a:t>
            </a:r>
          </a:p>
        </p:txBody>
      </p:sp>
    </p:spTree>
    <p:extLst>
      <p:ext uri="{BB962C8B-B14F-4D97-AF65-F5344CB8AC3E}">
        <p14:creationId xmlns:p14="http://schemas.microsoft.com/office/powerpoint/2010/main" val="127561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EA2512-3C9A-4EEA-B82A-371C44B7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</a:defRPr>
            </a:pPr>
            <a:r>
              <a:rPr sz="2850" b="1">
                <a:solidFill>
                  <a:srgbClr val="1F2937"/>
                </a:solidFill>
              </a:rPr>
              <a:t>授業ごとに少しずつcommitした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2F57A-405D-4924-9F91-42E5C625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3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373DC-1EA4-4449-A562-F79DC9B2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E5341-C2F3-4AE8-8AB3-B95CEFEE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9810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・5/13: 企画変更、資料作成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・5/20: 基本画面を作成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・5/27: 入力フォームを追加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・6/3: 入力した内容を一覧に追加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・6/10: 入力チェックを追加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・6/17: 削除機能を追加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・6/24: 合計勉強時間を表示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・7/1: 記録数を表示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・7/8: 空の状態表示と発表資料を整理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94896-B44F-41A5-B98F-7A599978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9055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一気に完成させるのではなく、動く部分を確認しながら履歴を残しました。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6E15A-05CD-4F96-8A13-74AEC035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Flutter課題 / 勉強記録アプリ</a:t>
            </a:r>
          </a:p>
        </p:txBody>
      </p:sp>
    </p:spTree>
    <p:extLst>
      <p:ext uri="{BB962C8B-B14F-4D97-AF65-F5344CB8AC3E}">
        <p14:creationId xmlns:p14="http://schemas.microsoft.com/office/powerpoint/2010/main" val="8087161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D65958-45C4-4311-84B4-CE3C4542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</a:defRPr>
            </a:pPr>
            <a:r>
              <a:rPr sz="2850" b="1">
                <a:solidFill>
                  <a:srgbClr val="1F2937"/>
                </a:solidFill>
              </a:rPr>
              <a:t>AIは調べるための補助として使った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23E84-CA2E-4CE0-9210-144D2E7F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3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0978E-6BDA-4CD0-8DD2-177B27DF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BD2DE-8D01-40AE-9440-883B7F46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A5FF5-BB88-4616-9EB3-A96C2C83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288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使った場面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34D43-9147-49EA-8367-09C26D34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305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アプリ案の整理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Flutterの書き方確認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エラー原因の調査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テストコードの作成補助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発表資料の構成整理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7878D-4425-4D0A-A763-37D27B6D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95552-CF2C-4608-A5EC-3D2FE8B2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288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気をつけたこと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45D85-D340-49E0-B754-B85F17B7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305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コードをそのまま進めすぎない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動作確認をする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あとで見返して分かる内容にする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難しすぎる書き方は避ける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AFE6C-73C2-4A0C-9792-CB6AA12D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4ED8"/>
                </a:solidFill>
              </a:defRPr>
            </a:pPr>
            <a:r>
              <a:rPr sz="1875" b="1">
                <a:solidFill>
                  <a:srgbClr val="1D4ED8"/>
                </a:solidFill>
              </a:rPr>
              <a:t>AIだけで完成させるのではなく、自分で確認しながら少しずつ進めることを意識しました。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3CF42-DDDD-48EA-B607-404FEDF1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Flutter課題 / 勉強記録アプリ</a:t>
            </a:r>
          </a:p>
        </p:txBody>
      </p:sp>
    </p:spTree>
    <p:extLst>
      <p:ext uri="{BB962C8B-B14F-4D97-AF65-F5344CB8AC3E}">
        <p14:creationId xmlns:p14="http://schemas.microsoft.com/office/powerpoint/2010/main" val="702999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ED7A9-885F-4906-A3F9-0C83A650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</a:defRPr>
            </a:pPr>
            <a:r>
              <a:rPr sz="2850" b="1">
                <a:solidFill>
                  <a:srgbClr val="1F2937"/>
                </a:solidFill>
              </a:rPr>
              <a:t>実装できなかった機能もある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B8F32-9407-4651-86DC-DE7F9679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3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73693-4D73-4D45-ABE3-F68862F2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C9559-5AB2-43EC-BE8D-DEEDF44C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今回は基本機能を完成させることを優先したため、以下は今後の改善点にしました。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38498-192A-45E7-83B2-C9EA24E3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5B925-A165-4127-B424-B69264FC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384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データ保存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A02DC-48D3-403F-884F-39F98EE3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76575"/>
            <a:ext cx="268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アプリを閉じても記録が残るようにしたいです。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859C6-BD71-4410-B08D-A840E9B9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73EBE-689F-4F51-A800-60AE9275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384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日付ごとの記録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5B9F0-0D0D-4456-8A93-0B7ACD0E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76575"/>
            <a:ext cx="268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いつ勉強したかを分けて見られるようにしたいです。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F2838-207E-4177-966E-B69343A4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145D1-8673-46D4-B50E-4B5CF1E6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384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グラフ表示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80448-F79A-4794-B93E-17428A8C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76575"/>
            <a:ext cx="268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科目ごとの時間や合計時間を見やすくしたいです。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5834D-BD1E-4716-8B37-11E01B03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DF7A6-0F66-4B9B-ABF8-D683DB95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72050"/>
            <a:ext cx="887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A3412"/>
                </a:solidFill>
              </a:defRPr>
            </a:pPr>
            <a:r>
              <a:rPr sz="1800" b="1">
                <a:solidFill>
                  <a:srgbClr val="9A3412"/>
                </a:solidFill>
              </a:rPr>
              <a:t>今回の判断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210FB-B47C-4B60-81EB-B825C97C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10200"/>
            <a:ext cx="887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保存やグラフまで入れると説明と確認が難しくなるため、まずは入力・表示・削除が確実に動く形にしました。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D5D94-55CB-4CE0-A64B-3C032C7B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Flutter課題 / 勉強記録アプリ</a:t>
            </a:r>
          </a:p>
        </p:txBody>
      </p:sp>
    </p:spTree>
    <p:extLst>
      <p:ext uri="{BB962C8B-B14F-4D97-AF65-F5344CB8AC3E}">
        <p14:creationId xmlns:p14="http://schemas.microsoft.com/office/powerpoint/2010/main" val="20584537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B1DB18-36F7-45C1-8D1E-14AA117D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</a:defRPr>
            </a:pPr>
            <a:r>
              <a:rPr sz="2850" b="1">
                <a:solidFill>
                  <a:srgbClr val="1F2937"/>
                </a:solidFill>
              </a:rPr>
              <a:t>Flutterの基本を確認しながら完成させた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CA9D7-F4CD-45A7-8ECE-4CAF296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3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88E66-21E0-4C97-9CE1-FFC4C11D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4B06D-3A04-4290-8485-9F590364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904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・TextFieldで入力を受け取る</a:t>
            </a:r>
          </a:p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・ボタン操作で画面の状態を変える</a:t>
            </a:r>
          </a:p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・Listを使って記録を一覧表示する</a:t>
            </a:r>
          </a:p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・入力チェックと削除処理を入れる</a:t>
            </a:r>
          </a:p>
          <a:p xmlns:a="http://schemas.openxmlformats.org/drawingml/2006/main">
            <a:pPr algn="l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・テストを実行して動作を確認する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4D14E-3EC4-47A3-B00B-396617D6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最終的に、勉強内容を入力して、一覧で確認し、不要な記録を削除できるアプリになりました。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DF440-74F3-4DF9-80FF-A06626C8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Flutter課題 / 勉強記録アプリ</a:t>
            </a:r>
          </a:p>
        </p:txBody>
      </p:sp>
    </p:spTree>
    <p:extLst>
      <p:ext uri="{BB962C8B-B14F-4D97-AF65-F5344CB8AC3E}">
        <p14:creationId xmlns:p14="http://schemas.microsoft.com/office/powerpoint/2010/main" val="1464147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2026-07-08T00:45:48.0210000Z</dcterms:created>
  <dcterms:modified xsi:type="dcterms:W3CDTF">2026-07-08T00:45:48.0220000Z</dcterms:modified>
</coreProperties>
</file>
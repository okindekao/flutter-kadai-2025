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98dc47f43c4938" /><Relationship Type="http://schemas.openxmlformats.org/officeDocument/2006/relationships/extended-properties" Target="/docProps/app.xml" Id="Rb89223f3dd194f31" /><Relationship Type="http://schemas.openxmlformats.org/officeDocument/2006/relationships/officeDocument" Target="/ppt/presentation.xml" Id="Rb8b5c923a964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a2f89af81e49dc"/>
  </p:sldMasterIdLst>
  <p:notesMasterIdLst>
    <p:notesMasterId xmlns:r="http://schemas.openxmlformats.org/officeDocument/2006/relationships" r:id="R3036f7b051564597"/>
  </p:notesMasterIdLst>
  <p:sldIdLst>
    <p:sldId xmlns:r="http://schemas.openxmlformats.org/officeDocument/2006/relationships" id="256" r:id="R4513779ab1fc41df"/>
    <p:sldId xmlns:r="http://schemas.openxmlformats.org/officeDocument/2006/relationships" id="257" r:id="Rd8812cc85ce242b8"/>
    <p:sldId xmlns:r="http://schemas.openxmlformats.org/officeDocument/2006/relationships" id="258" r:id="R9d1eb8569ee04055"/>
    <p:sldId xmlns:r="http://schemas.openxmlformats.org/officeDocument/2006/relationships" id="259" r:id="R7cbee836efa146f3"/>
    <p:sldId xmlns:r="http://schemas.openxmlformats.org/officeDocument/2006/relationships" id="260" r:id="Rc16f40ab11a648c5"/>
    <p:sldId xmlns:r="http://schemas.openxmlformats.org/officeDocument/2006/relationships" id="261" r:id="R54ceeadc71c34975"/>
    <p:sldId xmlns:r="http://schemas.openxmlformats.org/officeDocument/2006/relationships" id="262" r:id="Reb2f75b536ab4304"/>
    <p:sldId xmlns:r="http://schemas.openxmlformats.org/officeDocument/2006/relationships" id="263" r:id="R389e1f2492b1442b"/>
    <p:sldId xmlns:r="http://schemas.openxmlformats.org/officeDocument/2006/relationships" id="264" r:id="Re1313941febd4fe7"/>
    <p:sldId xmlns:r="http://schemas.openxmlformats.org/officeDocument/2006/relationships" id="265" r:id="R5988caa412f747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a673038ebd44ab" /><Relationship Type="http://schemas.openxmlformats.org/officeDocument/2006/relationships/slideMaster" Target="/ppt/slideMasters/slideMaster1.xml" Id="R69a2f89af81e49dc" /><Relationship Type="http://schemas.openxmlformats.org/officeDocument/2006/relationships/notesMaster" Target="/ppt/notesMasters/notesMaster1.xml" Id="R3036f7b051564597" /><Relationship Type="http://schemas.openxmlformats.org/officeDocument/2006/relationships/presProps" Target="/ppt/presProps.xml" Id="R01a19578fcd84108" /><Relationship Type="http://schemas.openxmlformats.org/officeDocument/2006/relationships/tableStyles" Target="/ppt/tableStyles.xml" Id="R973a22946be540f9" /><Relationship Type="http://schemas.openxmlformats.org/officeDocument/2006/relationships/slide" Target="/ppt/slides/slide1.xml" Id="R4513779ab1fc41df" /><Relationship Type="http://schemas.openxmlformats.org/officeDocument/2006/relationships/slide" Target="/ppt/slides/slide2.xml" Id="Rd8812cc85ce242b8" /><Relationship Type="http://schemas.openxmlformats.org/officeDocument/2006/relationships/slide" Target="/ppt/slides/slide3.xml" Id="R9d1eb8569ee04055" /><Relationship Type="http://schemas.openxmlformats.org/officeDocument/2006/relationships/slide" Target="/ppt/slides/slide4.xml" Id="R7cbee836efa146f3" /><Relationship Type="http://schemas.openxmlformats.org/officeDocument/2006/relationships/slide" Target="/ppt/slides/slide5.xml" Id="Rc16f40ab11a648c5" /><Relationship Type="http://schemas.openxmlformats.org/officeDocument/2006/relationships/slide" Target="/ppt/slides/slide6.xml" Id="R54ceeadc71c34975" /><Relationship Type="http://schemas.openxmlformats.org/officeDocument/2006/relationships/slide" Target="/ppt/slides/slide7.xml" Id="Reb2f75b536ab4304" /><Relationship Type="http://schemas.openxmlformats.org/officeDocument/2006/relationships/slide" Target="/ppt/slides/slide8.xml" Id="R389e1f2492b1442b" /><Relationship Type="http://schemas.openxmlformats.org/officeDocument/2006/relationships/slide" Target="/ppt/slides/slide9.xml" Id="Re1313941febd4fe7" /><Relationship Type="http://schemas.openxmlformats.org/officeDocument/2006/relationships/slide" Target="/ppt/slides/slide10.xml" Id="R5988caa412f747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53c49db486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20353daf14c03" /><Relationship Type="http://schemas.openxmlformats.org/officeDocument/2006/relationships/notesMaster" Target="/ppt/notesMasters/notesMaster1.xml" Id="Rbe1f1ec8f67a47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8b955447e64153" /><Relationship Type="http://schemas.openxmlformats.org/officeDocument/2006/relationships/notesMaster" Target="/ppt/notesMasters/notesMaster1.xml" Id="R6c5203bcfcd949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677980507747f5" /><Relationship Type="http://schemas.openxmlformats.org/officeDocument/2006/relationships/notesMaster" Target="/ppt/notesMasters/notesMaster1.xml" Id="R783973adc40b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cb73b60cb4b98" /><Relationship Type="http://schemas.openxmlformats.org/officeDocument/2006/relationships/notesMaster" Target="/ppt/notesMasters/notesMaster1.xml" Id="R86555bef5ce743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c4f1decc94d35" /><Relationship Type="http://schemas.openxmlformats.org/officeDocument/2006/relationships/notesMaster" Target="/ppt/notesMasters/notesMaster1.xml" Id="R75eb6ff931b848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666cb8efaa47fb" /><Relationship Type="http://schemas.openxmlformats.org/officeDocument/2006/relationships/notesMaster" Target="/ppt/notesMasters/notesMaster1.xml" Id="Rfdbe56db1ebf42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b0c20176ea439e" /><Relationship Type="http://schemas.openxmlformats.org/officeDocument/2006/relationships/notesMaster" Target="/ppt/notesMasters/notesMaster1.xml" Id="R2fa2c8233e544c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10875ee3b455d" /><Relationship Type="http://schemas.openxmlformats.org/officeDocument/2006/relationships/notesMaster" Target="/ppt/notesMasters/notesMaster1.xml" Id="R4bc032260cdd4a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e03733316e4a96" /><Relationship Type="http://schemas.openxmlformats.org/officeDocument/2006/relationships/notesMaster" Target="/ppt/notesMasters/notesMaster1.xml" Id="R87e76f1dcd9a4f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3261ac33a64290" /><Relationship Type="http://schemas.openxmlformats.org/officeDocument/2006/relationships/notesMaster" Target="/ppt/notesMasters/notesMaster1.xml" Id="Rd9ae516aae314e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b852cd74a4f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138cf1abb2465a" /><Relationship Type="http://schemas.openxmlformats.org/officeDocument/2006/relationships/slideLayout" Target="/ppt/slideLayouts/slideLayout1.xml" Id="Rfcc06cd701da49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c06cd701da49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3b7decf3a4036" /><Relationship Type="http://schemas.openxmlformats.org/officeDocument/2006/relationships/notesSlide" Target="/ppt/notesSlides/notesSlide1.xml" Id="R285ed3ae0a90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e2a66f239439f" /><Relationship Type="http://schemas.openxmlformats.org/officeDocument/2006/relationships/image" Target="/ppt/media/image.png" Id="R151739748259428a" /><Relationship Type="http://schemas.openxmlformats.org/officeDocument/2006/relationships/notesSlide" Target="/ppt/notesSlides/notesSlide2.xml" Id="R5d061ce57fc540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3ec01c73545c9" /><Relationship Type="http://schemas.openxmlformats.org/officeDocument/2006/relationships/notesSlide" Target="/ppt/notesSlides/notesSlide3.xml" Id="R370c86b895794c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1d41283ab48a9" /><Relationship Type="http://schemas.openxmlformats.org/officeDocument/2006/relationships/image" Target="/ppt/media/image2.png" Id="R4e125cb22a8d4f31" /><Relationship Type="http://schemas.openxmlformats.org/officeDocument/2006/relationships/notesSlide" Target="/ppt/notesSlides/notesSlide4.xml" Id="R48206916b4e1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47eb6c4744fcd" /><Relationship Type="http://schemas.openxmlformats.org/officeDocument/2006/relationships/chart" Target="/ppt/slides/charts/chart1.xml" Id="R13a5ea1402574893" /><Relationship Type="http://schemas.openxmlformats.org/officeDocument/2006/relationships/notesSlide" Target="/ppt/notesSlides/notesSlide5.xml" Id="Rb1e01671dca942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44215c1744643" /><Relationship Type="http://schemas.openxmlformats.org/officeDocument/2006/relationships/image" Target="/ppt/media/image3.png" Id="Rb15dc65eb3594a82" /><Relationship Type="http://schemas.openxmlformats.org/officeDocument/2006/relationships/notesSlide" Target="/ppt/notesSlides/notesSlide6.xml" Id="Raff4befbed1f4c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85111d46a4968" /><Relationship Type="http://schemas.openxmlformats.org/officeDocument/2006/relationships/image" Target="/ppt/media/image4.png" Id="Rf25036a13abc495b" /><Relationship Type="http://schemas.openxmlformats.org/officeDocument/2006/relationships/notesSlide" Target="/ppt/notesSlides/notesSlide7.xml" Id="Rfd6c3ced906a44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a67886fd54124" /><Relationship Type="http://schemas.openxmlformats.org/officeDocument/2006/relationships/notesSlide" Target="/ppt/notesSlides/notesSlide8.xml" Id="R5d9a733107404a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1689c4f7d42d0" /><Relationship Type="http://schemas.openxmlformats.org/officeDocument/2006/relationships/notesSlide" Target="/ppt/notesSlides/notesSlide9.xml" Id="Rf66092f158df4a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7f099cd1c49b7" /><Relationship Type="http://schemas.openxmlformats.org/officeDocument/2006/relationships/notesSlide" Target="/ppt/notesSlides/notesSlide10.xml" Id="R49223d2d8f704aa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勉強時間</c:v>
          </c:tx>
          <c:spPr>
            <a:solidFill xmlns:a="http://schemas.openxmlformats.org/drawingml/2006/main">
              <a:srgbClr val="087F73"/>
            </a:solidFill>
          </c:spPr>
          <c:cat>
            <c:strLit>
              <c:ptCount val="3"/>
              <c:pt idx="0">
                <c:v>数学</c:v>
              </c:pt>
              <c:pt idx="1">
                <c:v>プログラミング</c:v>
              </c:pt>
              <c:pt idx="2">
                <c:v>英語</c:v>
              </c:pt>
            </c:strLit>
          </c:cat>
          <c:val>
            <c:numLit>
              <c:formatCode>General</c:formatCode>
              <c:ptCount val="3"/>
              <c:pt idx="0">
                <c:v>60</c:v>
              </c:pt>
              <c:pt idx="1">
                <c:v>45</c:v>
              </c:pt>
              <c:pt idx="2">
                <c:v>30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1F3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3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79223-69E3-4849-B436-5273C28C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2026年度 前期 Flutter課題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59966-9A54-4BDA-9014-E6DA79A4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857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勉強記録アプリ</a:t>
            </a:r>
          </a:p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改良版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87461-D741-44C6-876B-1B8E9310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3画面への整理と、科目別グラフの追加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9CB5C-D07C-4ED9-8475-F13D02E2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Flutter 3.35.6  /  Dart 3.9.2  /  fl_chart 1.2.0</a:t>
            </a:r>
          </a:p>
        </p:txBody>
      </p:sp>
    </p:spTree>
    <p:extLst>
      <p:ext uri="{BB962C8B-B14F-4D97-AF65-F5344CB8AC3E}">
        <p14:creationId xmlns:p14="http://schemas.microsoft.com/office/powerpoint/2010/main" val="307042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718C9-C9AF-47D3-ACEF-1A8BAB2F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見返しやすさを考えて、画面構成を改善した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45F22-33FE-4608-B805-5319BF2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45121-5F5C-484A-AAF1-E59B1D7B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370CD-7E7E-4C66-824B-079E3F7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基本版は入力と一覧を1画面にまとめていました。機能は動いていましたが、記録が増えたときに全体を確認しにくいと感じました。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13F84-AE04-409C-87FE-F1D658BE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30480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F5B12-6F25-4739-83D7-79D935E0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基本版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3B6D0-7D16-4124-8314-3C96341F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・入力と一覧が同じ画面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・合計時間と件数を表示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・追加と削除ができる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8C210-09DA-451F-804B-2EA550B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3238500" cy="238125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E2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8A0A9-0157-41E7-BF3B-D2A8A549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改良版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BF90F-AF9B-47B4-B848-220C5539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・役割ごとに3画面へ分割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・科目別グラフを追加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・日付と平均時間も表示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01D2B-8CD3-413D-963F-DBAB600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33500"/>
            <a:ext cx="2381250" cy="47625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739748259428a"/>
          <a:stretch xmlns:a="http://schemas.openxmlformats.org/drawingml/2006/main"/>
        </p:blipFill>
        <p:spPr>
          <a:xfrm xmlns:a="http://schemas.openxmlformats.org/drawingml/2006/main">
            <a:off x="8234159" y="1333500"/>
            <a:ext cx="2200681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88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C982F-FA25-470A-8837-01C9A3CC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3つの画面に役割を分けた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E65C4-8187-4302-8787-21F126B5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20280-3286-4B48-B2B5-CCFA10D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929C4-1C21-49FA-9B70-3D304B9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144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画面下のナビゲーションから、ホーム・記録追加・履歴を切り替えます。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53353-394E-4D21-8963-4097E16A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4B3E9-8FD7-4A70-849F-AD10D53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3"/>
          </a:solidFill>
          <a:ln xmlns:a="http://schemas.openxmlformats.org/drawingml/2006/main" w="0">
            <a:solidFill>
              <a:srgbClr val="087F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A4479-BFC9-4AD3-A35F-20EEE569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ホーム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48C10-B6B9-497F-A9A6-2E6C3633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合計時間、記録数、平均時間と科目別グラフをまとめて確認。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D8D6F-557F-40BA-ABD8-8F737FC8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47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4355B9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4355B9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5C5E5-CC4B-44D5-96B7-C3FB9541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5B9"/>
          </a:solidFill>
          <a:ln xmlns:a="http://schemas.openxmlformats.org/drawingml/2006/main" w="0">
            <a:solidFill>
              <a:srgbClr val="4355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32022-89A0-4E5B-8FFD-6906AA4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記録追加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25BB3-D400-4082-B95A-5E3F4C2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957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科目、時間、メモを入力し、間違った値は登録前に確認。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6AC77-9AEE-4EE5-9F0C-18BEA05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D76B31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D76B31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29215-BBFE-4076-814C-EBFBD30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B31"/>
          </a:solidFill>
          <a:ln xmlns:a="http://schemas.openxmlformats.org/drawingml/2006/main" w="0">
            <a:solidFill>
              <a:srgbClr val="D76B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99CBE-2839-4057-802A-1C33FED3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履歴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8DCA4-5A0C-4CBC-8393-5B8B808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日付ごとの記録を一覧で確認し、確認画面を通して削除。</a:t>
            </a:r>
          </a:p>
        </p:txBody>
      </p:sp>
    </p:spTree>
    <p:extLst>
      <p:ext uri="{BB962C8B-B14F-4D97-AF65-F5344CB8AC3E}">
        <p14:creationId xmlns:p14="http://schemas.microsoft.com/office/powerpoint/2010/main" val="1331365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D258F-DA7E-4605-9718-3082C30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ホームでグラフと最近の記録を確認できる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A7EEF-E8D8-4C57-98EE-0EB1437C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1B946-5C2C-4F5B-933C-459C183B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4118E-9FB3-49D6-9A75-B461E124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科目別グラフと最近の記録をまとめ、勉強内容を比べやすくしました。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F5791-09ED-4F07-952E-BD77DA7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4343400"/>
          </a:xfrm>
          <a:prstGeom xmlns:a="http://schemas.openxmlformats.org/drawingml/2006/main" prst="roundRect">
            <a:avLst>
              <a:gd name="adj" fmla="val 439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25cb22a8d4f31"/>
          <a:srcRect xmlns:a="http://schemas.openxmlformats.org/drawingml/2006/main" l="0" t="21697" r="0" b="216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76400"/>
            <a:ext cx="11049000" cy="434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890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8604E-A0D3-41B4-B772-F5CBEE84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グラフで科目ごとの時間差が分かる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2F72A-FA01-4B03-8A9D-3F48BD63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D7436-2D7C-4608-BE9F-C7DEFB6A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D7411-EF93-4BFC-BFB6-B4E680BF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記録のListを科目ごとに集計し、fl_chartで棒グラフとして表示しています。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1809750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a5ea140257489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8E4AB-D0F0-4EAA-8D27-E299B89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71650"/>
            <a:ext cx="4476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3388E-F191-40B2-ABA0-8D9D0396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集計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6261-6026-4F42-9384-4550E6DA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同じ科目の時間をMapに足します。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C8459-516D-43F5-A26F-F9F33D78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4476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8C3A1-14DD-4E42-8DE2-1A26D815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52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378D9-4A1A-4443-ADF1-11288227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432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時間が多い順に最大6科目を表示します。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C33F0-9B02-47E3-A49A-1A7F78F5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4476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D1590-37C2-405B-8853-90A66E08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44E9C-1715-4505-9968-F6638222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339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得意・不足している科目を比較しやすくします。</a:t>
            </a:r>
          </a:p>
        </p:txBody>
      </p:sp>
    </p:spTree>
    <p:extLst>
      <p:ext uri="{BB962C8B-B14F-4D97-AF65-F5344CB8AC3E}">
        <p14:creationId xmlns:p14="http://schemas.microsoft.com/office/powerpoint/2010/main" val="1312641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7D0549-7723-49D7-AFC4-A276082A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記録追加を独立させ、入力に集中できるようにした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42383-53EA-44BE-AB55-1E81FAF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608DD-2B10-4C87-924B-B94FE729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21933-1E1F-4962-9A15-B8E2F934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入力する内容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26D2F-5438-4F0E-A373-210CB0BB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・科目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・勉強時間（1〜600分）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・学習内容のメモ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B57EC-4E6B-4F08-939F-6A6417BC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355B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4355B9"/>
                </a:solidFill>
                <a:latin typeface="Yu Gothic"/>
                <a:ea typeface="Yu Gothic"/>
                <a:cs typeface="Yu Gothic"/>
              </a:rPr>
              <a:t>入力チェック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B6147-5DA3-445C-ACE3-2AFFAFF5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243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空欄や0分などの値は、Formのvalidatorで登録前に止めます。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83285-DFAD-4813-A1E7-3DC1A087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953250" cy="4819650"/>
          </a:xfrm>
          <a:prstGeom xmlns:a="http://schemas.openxmlformats.org/drawingml/2006/main" prst="roundRect">
            <a:avLst>
              <a:gd name="adj" fmla="val 39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dc65eb3594a82"/>
          <a:stretch xmlns:a="http://schemas.openxmlformats.org/drawingml/2006/main"/>
        </p:blipFill>
        <p:spPr>
          <a:xfrm xmlns:a="http://schemas.openxmlformats.org/drawingml/2006/main">
            <a:off x="4768977" y="1390650"/>
            <a:ext cx="6940296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28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FF236-DB0C-4714-B0E1-978803B3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履歴画面では、日付と削除確認を追加した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208F9-72F3-44B9-A0B4-F8F6376E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34CA3-E222-45D7-B087-BA4FEDA1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DCBC0-9803-498C-8F6A-506D2EC3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6953250" cy="4819650"/>
          </a:xfrm>
          <a:prstGeom xmlns:a="http://schemas.openxmlformats.org/drawingml/2006/main" prst="roundRect">
            <a:avLst>
              <a:gd name="adj" fmla="val 39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036a13abc495b"/>
          <a:stretch xmlns:a="http://schemas.openxmlformats.org/drawingml/2006/main"/>
        </p:blipFill>
        <p:spPr>
          <a:xfrm xmlns:a="http://schemas.openxmlformats.org/drawingml/2006/main">
            <a:off x="482727" y="1390650"/>
            <a:ext cx="6940296" cy="4819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CF33B-3970-4913-9156-DCBBC763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履歴で確認できる内容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22BC8-ACEB-4DDA-8409-2988FA79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・記録した日付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・科目と勉強時間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・学習内容のメモ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76107-9F11-439C-B0AC-469110F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6195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E2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B4FB8-EDF9-41D3-BAAF-75F42B6A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削除前に確認画面を出し、間違えて消す操作を防ぎます。</a:t>
            </a:r>
          </a:p>
        </p:txBody>
      </p:sp>
    </p:spTree>
    <p:extLst>
      <p:ext uri="{BB962C8B-B14F-4D97-AF65-F5344CB8AC3E}">
        <p14:creationId xmlns:p14="http://schemas.microsoft.com/office/powerpoint/2010/main" val="604477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182A22-1BA9-4B12-B802-5C30729C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基本機能から段階的に広げた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235E3-3085-4B73-A29E-5F2A9C6D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70BF2-608B-4B8C-8D5D-CB9FAB0B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57250" y="333375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C6786-8E59-481C-A378-607EA10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3"/>
          </a:solidFill>
          <a:ln xmlns:a="http://schemas.openxmlformats.org/drawingml/2006/main" w="0">
            <a:solidFill>
              <a:srgbClr val="087F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E404C-F69A-4B92-BC11-1919F4B9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5/13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436ED-1426-4B92-8E54-BC1828C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企画変更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30DC4-9277-4628-AA7C-CD128905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勉強記録をテーマに決定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2D629-B46A-4A6E-9433-0707C9F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3"/>
          </a:solidFill>
          <a:ln xmlns:a="http://schemas.openxmlformats.org/drawingml/2006/main" w="0">
            <a:solidFill>
              <a:srgbClr val="087F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9AF4B-7664-4AB3-9D40-373FB7C8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5〜6月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414A2-18F4-4894-A4C2-A18FE4D0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基本機能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B9134-BDBF-4759-82A3-F2147EE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入力・一覧・削除・集計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F115C-505E-41BD-AC1F-F4244BD8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3"/>
          </a:solidFill>
          <a:ln xmlns:a="http://schemas.openxmlformats.org/drawingml/2006/main" w="0">
            <a:solidFill>
              <a:srgbClr val="087F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7C5B9-7EF2-49F2-A9E5-78CF01DD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7/8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2AA71-8616-4891-B817-C9454B80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基本版完成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8AADB-9A2E-4724-B9B4-2A5DF6BB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テストと発表資料を整理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21C15-9366-416A-8270-9B4E627C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3"/>
          </a:solidFill>
          <a:ln xmlns:a="http://schemas.openxmlformats.org/drawingml/2006/main" w="0">
            <a:solidFill>
              <a:srgbClr val="087F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BD7BF-A2B3-4F0A-BE86-B356AE56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発表前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5161E-7E68-4991-AA00-CD3EFF97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623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改良版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5FE28-4F62-4139-A303-D02C708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3画面化とグラフを追加</a:t>
            </a:r>
          </a:p>
        </p:txBody>
      </p:sp>
    </p:spTree>
    <p:extLst>
      <p:ext uri="{BB962C8B-B14F-4D97-AF65-F5344CB8AC3E}">
        <p14:creationId xmlns:p14="http://schemas.microsoft.com/office/powerpoint/2010/main" val="2427109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4C367-FADF-4C2B-B146-EACE189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AIを補助に使い、最後はテストで確認した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85E4B-2929-4849-95EA-DE7F5211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CE131-A329-46BB-9FFB-FD42F31F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589B3-7243-47B8-9DC0-A16BD97E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AIはアプリ案、Flutterの書き方、エラー調査、テスト、資料構成の補助に使いました。コードは動作を確認し、自分で説明しやすい形に分けました。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9E0A2-93D2-425F-9A2F-33524576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333375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5DA15-8DC3-405B-93BC-D451212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6件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D86B2-6768-4BE9-BFB3-103B3DD8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操作テスト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56A7E-AD13-45CC-BEF8-5464CC1D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画面遷移、追加、入力チェック、履歴、削除を確認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7902E-71E6-49F1-AE7F-DBCC106E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33375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408C5-590E-41B7-819E-DEAB7C8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575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4355B9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4355B9"/>
                </a:solidFill>
                <a:latin typeface="Yu Gothic"/>
                <a:ea typeface="Yu Gothic"/>
                <a:cs typeface="Yu Gothic"/>
              </a:rPr>
              <a:t>0件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5C4A0-AC9F-4C6F-9071-F99B1E2D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86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静的エラー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9828E-674D-4B67-AEC0-366CC30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57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flutter analyzeで問題がないことを確認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B644F-DE71-4B96-884B-D3EBA26A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333375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410F6-1BDD-4563-8A17-A2A2B4C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D76B31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D76B31"/>
                </a:solidFill>
                <a:latin typeface="Yu Gothic"/>
                <a:ea typeface="Yu Gothic"/>
                <a:cs typeface="Yu Gothic"/>
              </a:rPr>
              <a:t>2種類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15D58-E8CB-4544-A4A6-B18660A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表示幅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C309C-6087-4644-98EF-F9DCADE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デスクトップと390px幅で画面の崩れを確認</a:t>
            </a:r>
          </a:p>
        </p:txBody>
      </p:sp>
    </p:spTree>
    <p:extLst>
      <p:ext uri="{BB962C8B-B14F-4D97-AF65-F5344CB8AC3E}">
        <p14:creationId xmlns:p14="http://schemas.microsoft.com/office/powerpoint/2010/main" val="946333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7E085-2E93-4E7E-B349-36CCCC5F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E7C31-1DA4-4256-A910-403A4067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記録するだけでなく、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見返せるアプリへ改善した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734FF-7629-4415-9644-A0835D6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87F73"/>
                </a:solidFill>
                <a:latin typeface="Yu Gothic"/>
                <a:ea typeface="Yu Gothic"/>
                <a:cs typeface="Yu Gothic"/>
              </a:rPr>
              <a:t>3画面への整理  /  科目別グラフ  /  日付付き履歴  /  6件のテスト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5046C-4B79-49B7-AF33-829AF86C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9636E"/>
                </a:solidFill>
                <a:latin typeface="Yu Gothic"/>
                <a:ea typeface="Yu Gothic"/>
                <a:cs typeface="Yu Gothic"/>
              </a:rPr>
              <a:t>今後の改善：アプリを終了しても記録が残るデータ保存</a:t>
            </a:r>
          </a:p>
        </p:txBody>
      </p:sp>
    </p:spTree>
    <p:extLst>
      <p:ext uri="{BB962C8B-B14F-4D97-AF65-F5344CB8AC3E}">
        <p14:creationId xmlns:p14="http://schemas.microsoft.com/office/powerpoint/2010/main" val="1452773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2026-07-15T02:14:18.7580000Z</dcterms:created>
  <dcterms:modified xsi:type="dcterms:W3CDTF">2026-07-15T02:14:18.7580000Z</dcterms:modified>
</coreProperties>
</file>